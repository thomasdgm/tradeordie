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8.svg" ContentType="image/sv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392043A-1236-4563-BDA9-62476B8246ED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F60223-6B62-4979-ACC9-06B82255DA68}" type="slidenum"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F31CBC-7E69-4869-9E5E-B72DABAD2CCB}" type="slidenum"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427659-A7D2-4F07-AAF7-6BAA1F8B5F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3F6176-6924-43A6-B9BF-8BDADC75E6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A183DB5-F5A8-4C4D-8CA3-2BBDC584DE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E8F3C8F-492D-498D-941A-B193913521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0119F60-E23D-439E-B614-8A45989752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07D66FC-1AB6-410F-B4F5-DF56ADF2C7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110DAE8-B05C-49BD-83C5-988BEEBD03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9D1D81B-D911-4F1F-A283-08FBA933D5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1B4D178-1F29-49B7-AD22-33DD244714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E8A2D37-03B7-4C5B-B61E-4C4BA64C35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79203C1-24CE-42CF-A7EA-B22287C54D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D71990-346A-4D45-A4EE-24B843DB4559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638B3F-C0FF-42EB-8966-5EAB39354C22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Second niveau de plan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Troisième niveau de plan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Quatrième niveau de plan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Cinquième niveau de plan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Sixième niveau de plan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Aptos"/>
              </a:rPr>
              <a:t>Septième niveau de plan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82D563-0CC7-44CC-A5BE-E27DFA66DE2C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60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A159FB-2848-490F-AAD9-90C5B11E19C5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éditer le format du plan de texte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Second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58D5FC-7227-494B-A8CA-02F04163D3F0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4900CD-325C-4163-87D2-1F4E6C7C12AA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70EACE-836F-4E48-986F-236E81F565F1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60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Cliquez pour modifier les styles du texte du masque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967AA0-6C7E-48B4-9745-064D7151B23D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6CDA44-66A6-4AEF-8038-90F690E2851B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Aptos"/>
              </a:rPr>
              <a:t>Cliquez pour modifier les styles du texte du masque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Aptos"/>
              </a:rPr>
              <a:t>Deuxième niveau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Aptos"/>
              </a:rPr>
              <a:t>Troisième niveau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Quatrième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Aptos"/>
              </a:rPr>
              <a:t>Cinquième niveau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501E72-4358-48DF-AA90-29F1C3C43FC2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Modifiez le style du 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8227BB-DAEE-40BA-B6D0-F2DE58A87C98}" type="slidenum">
              <a:rPr b="0" lang="fr-F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3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040" cy="685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4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16000">
                <a:srgbClr val="4ea72e">
                  <a:alpha val="20000"/>
                </a:srgbClr>
              </a:gs>
              <a:gs pos="85000">
                <a:srgbClr val="156082">
                  <a:alpha val="40000"/>
                </a:srgbClr>
              </a:gs>
            </a:gsLst>
            <a:lin ang="12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371760" y="3026160"/>
            <a:ext cx="544788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fr-FR" sz="5200" spc="-1" strike="noStrike">
                <a:solidFill>
                  <a:schemeClr val="dk2"/>
                </a:solidFill>
                <a:latin typeface="Aptos Display"/>
              </a:rPr>
              <a:t>TradeOrDie</a:t>
            </a:r>
            <a:endParaRPr b="0" lang="fr-FR" sz="5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6" name="Group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19080" y="-43200"/>
            <a:ext cx="5162400" cy="2656800"/>
            <a:chOff x="-19080" y="-43200"/>
            <a:chExt cx="5162400" cy="2656800"/>
          </a:xfrm>
        </p:grpSpPr>
        <p:sp>
          <p:nvSpPr>
            <p:cNvPr id="77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19080" y="-43200"/>
              <a:ext cx="5162400" cy="2656800"/>
            </a:xfrm>
            <a:custGeom>
              <a:avLst/>
              <a:gdLst>
                <a:gd name="textAreaLeft" fmla="*/ -360 w 5162400"/>
                <a:gd name="textAreaRight" fmla="*/ 5162760 w 5162400"/>
                <a:gd name="textAreaTop" fmla="*/ 0 h 2656800"/>
                <a:gd name="textAreaBottom" fmla="*/ 2657520 h 265680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8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19080" y="-43200"/>
              <a:ext cx="5114520" cy="2435040"/>
            </a:xfrm>
            <a:custGeom>
              <a:avLst/>
              <a:gdLst>
                <a:gd name="textAreaLeft" fmla="*/ 360 w 5114520"/>
                <a:gd name="textAreaRight" fmla="*/ 5115600 w 5114520"/>
                <a:gd name="textAreaTop" fmla="*/ 0 h 2435040"/>
                <a:gd name="textAreaBottom" fmla="*/ 2435760 h 243504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9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19080" y="-43200"/>
              <a:ext cx="5109840" cy="2391840"/>
            </a:xfrm>
            <a:custGeom>
              <a:avLst/>
              <a:gdLst>
                <a:gd name="textAreaLeft" fmla="*/ -360 w 5109840"/>
                <a:gd name="textAreaRight" fmla="*/ 5110200 w 5109840"/>
                <a:gd name="textAreaTop" fmla="*/ 0 h 2391840"/>
                <a:gd name="textAreaBottom" fmla="*/ 2392560 h 239184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0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-19080" y="-43200"/>
              <a:ext cx="5109840" cy="2391840"/>
            </a:xfrm>
            <a:custGeom>
              <a:avLst/>
              <a:gdLst>
                <a:gd name="textAreaLeft" fmla="*/ -360 w 5109840"/>
                <a:gd name="textAreaRight" fmla="*/ 5110200 w 5109840"/>
                <a:gd name="textAreaTop" fmla="*/ 0 h 2391840"/>
                <a:gd name="textAreaBottom" fmla="*/ 2392560 h 239184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grpSp>
        <p:nvGrpSpPr>
          <p:cNvPr id="81" name="Group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9040" y="4147200"/>
            <a:ext cx="3141720" cy="2715840"/>
            <a:chOff x="9059040" y="4147200"/>
            <a:chExt cx="3141720" cy="2715840"/>
          </a:xfrm>
        </p:grpSpPr>
        <p:sp>
          <p:nvSpPr>
            <p:cNvPr id="82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059040" y="4147200"/>
              <a:ext cx="3141720" cy="2710800"/>
            </a:xfrm>
            <a:custGeom>
              <a:avLst/>
              <a:gdLst>
                <a:gd name="textAreaLeft" fmla="*/ 0 w 3141720"/>
                <a:gd name="textAreaRight" fmla="*/ 3142440 w 3141720"/>
                <a:gd name="textAreaTop" fmla="*/ 0 h 2710800"/>
                <a:gd name="textAreaBottom" fmla="*/ 2711520 h 271080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3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086400" y="4429800"/>
              <a:ext cx="3114360" cy="2433240"/>
            </a:xfrm>
            <a:custGeom>
              <a:avLst/>
              <a:gdLst>
                <a:gd name="textAreaLeft" fmla="*/ 0 w 3114360"/>
                <a:gd name="textAreaRight" fmla="*/ 3115080 w 3114360"/>
                <a:gd name="textAreaTop" fmla="*/ 0 h 2433240"/>
                <a:gd name="textAreaBottom" fmla="*/ 2433960 h 243324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4" name="Freeform: Shap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076320" y="4393800"/>
              <a:ext cx="3124440" cy="2464200"/>
            </a:xfrm>
            <a:custGeom>
              <a:avLst/>
              <a:gdLst>
                <a:gd name="textAreaLeft" fmla="*/ 0 w 3124440"/>
                <a:gd name="textAreaRight" fmla="*/ 3125160 w 3124440"/>
                <a:gd name="textAreaTop" fmla="*/ 0 h 2464200"/>
                <a:gd name="textAreaBottom" fmla="*/ 2464920 h 246420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85" name="Freeform: Shape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088200" y="4430160"/>
              <a:ext cx="3111840" cy="2427840"/>
            </a:xfrm>
            <a:custGeom>
              <a:avLst/>
              <a:gdLst>
                <a:gd name="textAreaLeft" fmla="*/ 0 w 3111840"/>
                <a:gd name="textAreaRight" fmla="*/ 3112560 w 3111840"/>
                <a:gd name="textAreaTop" fmla="*/ 0 h 2427840"/>
                <a:gd name="textAreaBottom" fmla="*/ 2428560 h 242784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86" name="Titre 2"/>
          <p:cNvSpPr/>
          <p:nvPr/>
        </p:nvSpPr>
        <p:spPr>
          <a:xfrm>
            <a:off x="3600000" y="3669480"/>
            <a:ext cx="47278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fr-FR" sz="1200" spc="-1" strike="noStrike">
                <a:solidFill>
                  <a:schemeClr val="dk2"/>
                </a:solidFill>
                <a:latin typeface="Aptos Display"/>
              </a:rPr>
              <a:t>DEGREMONT Thomas HAMZA Raiden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8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040" cy="685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181160" y="564840"/>
            <a:ext cx="98290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dk2"/>
                </a:solidFill>
                <a:latin typeface="Aptos Display"/>
              </a:rPr>
              <a:t>Présentation du jeu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0" name="Group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60" y="0"/>
            <a:ext cx="3361680" cy="2522160"/>
            <a:chOff x="-360" y="0"/>
            <a:chExt cx="3361680" cy="2522160"/>
          </a:xfrm>
        </p:grpSpPr>
        <p:sp>
          <p:nvSpPr>
            <p:cNvPr id="91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346200" cy="2327040"/>
            </a:xfrm>
            <a:custGeom>
              <a:avLst/>
              <a:gdLst>
                <a:gd name="textAreaLeft" fmla="*/ 0 w 3346200"/>
                <a:gd name="textAreaRight" fmla="*/ 3346920 w 3346200"/>
                <a:gd name="textAreaTop" fmla="*/ 0 h 2327040"/>
                <a:gd name="textAreaBottom" fmla="*/ 2327760 h 232704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2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346200" cy="2327040"/>
            </a:xfrm>
            <a:custGeom>
              <a:avLst/>
              <a:gdLst>
                <a:gd name="textAreaLeft" fmla="*/ 0 w 3346200"/>
                <a:gd name="textAreaRight" fmla="*/ 3346920 w 3346200"/>
                <a:gd name="textAreaTop" fmla="*/ 0 h 2327040"/>
                <a:gd name="textAreaBottom" fmla="*/ 2327760 h 232704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3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0"/>
              <a:ext cx="3346560" cy="2346480"/>
            </a:xfrm>
            <a:custGeom>
              <a:avLst/>
              <a:gdLst>
                <a:gd name="textAreaLeft" fmla="*/ 0 w 3346560"/>
                <a:gd name="textAreaRight" fmla="*/ 3347280 w 3346560"/>
                <a:gd name="textAreaTop" fmla="*/ 0 h 2346480"/>
                <a:gd name="textAreaBottom" fmla="*/ 2347200 h 234648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4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360960" cy="2522160"/>
            </a:xfrm>
            <a:custGeom>
              <a:avLst/>
              <a:gdLst>
                <a:gd name="textAreaLeft" fmla="*/ 0 w 3360960"/>
                <a:gd name="textAreaRight" fmla="*/ 3361680 w 3360960"/>
                <a:gd name="textAreaTop" fmla="*/ 0 h 2522160"/>
                <a:gd name="textAreaBottom" fmla="*/ 2522880 h 252216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04600" y="2827440"/>
            <a:ext cx="5126040" cy="32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2"/>
                </a:solidFill>
                <a:latin typeface="Aptos"/>
              </a:rPr>
              <a:t>Vous devrez générer le plus de profits et survivre le plus de jours possibles dans cette simulation de trading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6" name="Group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32000" y="4705920"/>
            <a:ext cx="1859760" cy="2151000"/>
            <a:chOff x="10332000" y="4705920"/>
            <a:chExt cx="1859760" cy="2151000"/>
          </a:xfrm>
        </p:grpSpPr>
        <p:sp>
          <p:nvSpPr>
            <p:cNvPr id="97" name="Freeform: Shap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10184400" y="4852800"/>
              <a:ext cx="2151000" cy="1856160"/>
            </a:xfrm>
            <a:custGeom>
              <a:avLst/>
              <a:gdLst>
                <a:gd name="textAreaLeft" fmla="*/ 0 w 2151000"/>
                <a:gd name="textAreaRight" fmla="*/ 2151720 w 2151000"/>
                <a:gd name="textAreaTop" fmla="*/ -360 h 1856160"/>
                <a:gd name="textAreaBottom" fmla="*/ 1856520 h 185616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8" name="Freeform: Shape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10292760" y="4957560"/>
              <a:ext cx="2132280" cy="1665720"/>
            </a:xfrm>
            <a:custGeom>
              <a:avLst/>
              <a:gdLst>
                <a:gd name="textAreaLeft" fmla="*/ 0 w 2132280"/>
                <a:gd name="textAreaRight" fmla="*/ 2133000 w 2132280"/>
                <a:gd name="textAreaTop" fmla="*/ 360 h 1665720"/>
                <a:gd name="textAreaBottom" fmla="*/ 1666800 h 166572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99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10275120" y="4943520"/>
              <a:ext cx="2139120" cy="1686960"/>
            </a:xfrm>
            <a:custGeom>
              <a:avLst/>
              <a:gdLst>
                <a:gd name="textAreaLeft" fmla="*/ 0 w 2139120"/>
                <a:gd name="textAreaRight" fmla="*/ 2139840 w 2139120"/>
                <a:gd name="textAreaTop" fmla="*/ -360 h 1686960"/>
                <a:gd name="textAreaBottom" fmla="*/ 1687320 h 168696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0" name="Freeform: Shape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10291680" y="4959360"/>
              <a:ext cx="2130480" cy="1662120"/>
            </a:xfrm>
            <a:custGeom>
              <a:avLst/>
              <a:gdLst>
                <a:gd name="textAreaLeft" fmla="*/ 0 w 2130480"/>
                <a:gd name="textAreaRight" fmla="*/ 2131200 w 2130480"/>
                <a:gd name="textAreaTop" fmla="*/ 360 h 1662120"/>
                <a:gd name="textAreaBottom" fmla="*/ 1663200 h 166212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pic>
        <p:nvPicPr>
          <p:cNvPr id="101" name="Image 5" descr=""/>
          <p:cNvPicPr/>
          <p:nvPr/>
        </p:nvPicPr>
        <p:blipFill>
          <a:blip r:embed="rId1"/>
          <a:stretch/>
        </p:blipFill>
        <p:spPr>
          <a:xfrm>
            <a:off x="6608520" y="2611440"/>
            <a:ext cx="5272560" cy="3690720"/>
          </a:xfrm>
          <a:prstGeom prst="rect">
            <a:avLst/>
          </a:prstGeom>
          <a:ln w="0">
            <a:noFill/>
          </a:ln>
        </p:spPr>
      </p:pic>
      <p:sp>
        <p:nvSpPr>
          <p:cNvPr id="102" name="AutoShape 2"/>
          <p:cNvSpPr/>
          <p:nvPr/>
        </p:nvSpPr>
        <p:spPr>
          <a:xfrm>
            <a:off x="5595120" y="2928240"/>
            <a:ext cx="3526200" cy="352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" y="0"/>
            <a:ext cx="12191040" cy="685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0000" y="3714840"/>
            <a:ext cx="46800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dk2"/>
                </a:solidFill>
                <a:latin typeface="Aptos Display"/>
              </a:rPr>
              <a:t>Ancien diagramme des classes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6" name="Group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360" y="0"/>
            <a:ext cx="3361680" cy="2522160"/>
            <a:chOff x="-360" y="0"/>
            <a:chExt cx="3361680" cy="2522160"/>
          </a:xfrm>
        </p:grpSpPr>
        <p:sp>
          <p:nvSpPr>
            <p:cNvPr id="107" name="Freeform: Shap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346200" cy="2327040"/>
            </a:xfrm>
            <a:custGeom>
              <a:avLst/>
              <a:gdLst>
                <a:gd name="textAreaLeft" fmla="*/ 0 w 3346200"/>
                <a:gd name="textAreaRight" fmla="*/ 3346920 w 3346200"/>
                <a:gd name="textAreaTop" fmla="*/ 0 h 2327040"/>
                <a:gd name="textAreaBottom" fmla="*/ 2327760 h 232704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8" name="Freeform: Shap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346200" cy="2327040"/>
            </a:xfrm>
            <a:custGeom>
              <a:avLst/>
              <a:gdLst>
                <a:gd name="textAreaLeft" fmla="*/ 0 w 3346200"/>
                <a:gd name="textAreaRight" fmla="*/ 3346920 w 3346200"/>
                <a:gd name="textAreaTop" fmla="*/ 0 h 2327040"/>
                <a:gd name="textAreaBottom" fmla="*/ 2327760 h 232704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9" name="Freeform: Shap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360" y="0"/>
              <a:ext cx="3346560" cy="2346480"/>
            </a:xfrm>
            <a:custGeom>
              <a:avLst/>
              <a:gdLst>
                <a:gd name="textAreaLeft" fmla="*/ 0 w 3346560"/>
                <a:gd name="textAreaRight" fmla="*/ 3347280 w 3346560"/>
                <a:gd name="textAreaTop" fmla="*/ 0 h 2346480"/>
                <a:gd name="textAreaBottom" fmla="*/ 2347200 h 234648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0" name="Freeform: Shap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" y="0"/>
              <a:ext cx="3360960" cy="2522160"/>
            </a:xfrm>
            <a:custGeom>
              <a:avLst/>
              <a:gdLst>
                <a:gd name="textAreaLeft" fmla="*/ 0 w 3360960"/>
                <a:gd name="textAreaRight" fmla="*/ 3361680 w 3360960"/>
                <a:gd name="textAreaTop" fmla="*/ 0 h 2522160"/>
                <a:gd name="textAreaBottom" fmla="*/ 2522880 h 252216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grpSp>
        <p:nvGrpSpPr>
          <p:cNvPr id="111" name="Group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32000" y="4705920"/>
            <a:ext cx="1859760" cy="2151000"/>
            <a:chOff x="10332000" y="4705920"/>
            <a:chExt cx="1859760" cy="2151000"/>
          </a:xfrm>
        </p:grpSpPr>
        <p:sp>
          <p:nvSpPr>
            <p:cNvPr id="112" name="Freeform: Shap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10184400" y="4852800"/>
              <a:ext cx="2151000" cy="1856160"/>
            </a:xfrm>
            <a:custGeom>
              <a:avLst/>
              <a:gdLst>
                <a:gd name="textAreaLeft" fmla="*/ 0 w 2151000"/>
                <a:gd name="textAreaRight" fmla="*/ 2151720 w 2151000"/>
                <a:gd name="textAreaTop" fmla="*/ -360 h 1856160"/>
                <a:gd name="textAreaBottom" fmla="*/ 1856520 h 1856160"/>
              </a:gdLst>
              <a:ahLst/>
              <a:rect l="textAreaLeft" t="textAreaTop" r="textAreaRight" b="textAreaBottom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3" name="Freeform: Shap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10292760" y="4957560"/>
              <a:ext cx="2132280" cy="1665720"/>
            </a:xfrm>
            <a:custGeom>
              <a:avLst/>
              <a:gdLst>
                <a:gd name="textAreaLeft" fmla="*/ 0 w 2132280"/>
                <a:gd name="textAreaRight" fmla="*/ 2133000 w 2132280"/>
                <a:gd name="textAreaTop" fmla="*/ 360 h 1665720"/>
                <a:gd name="textAreaBottom" fmla="*/ 1666800 h 1665720"/>
              </a:gdLst>
              <a:ahLst/>
              <a:rect l="textAreaLeft" t="textAreaTop" r="textAreaRight" b="textAreaBottom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4" name="Freeform: Shap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10275120" y="4943520"/>
              <a:ext cx="2139120" cy="1686960"/>
            </a:xfrm>
            <a:custGeom>
              <a:avLst/>
              <a:gdLst>
                <a:gd name="textAreaLeft" fmla="*/ 0 w 2139120"/>
                <a:gd name="textAreaRight" fmla="*/ 2139840 w 2139120"/>
                <a:gd name="textAreaTop" fmla="*/ -360 h 1686960"/>
                <a:gd name="textAreaBottom" fmla="*/ 1687320 h 1686960"/>
              </a:gdLst>
              <a:ahLst/>
              <a:rect l="textAreaLeft" t="textAreaTop" r="textAreaRight" b="textAreaBottom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15" name="Freeform: Shape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 rot="16200000">
              <a:off x="10291680" y="4959360"/>
              <a:ext cx="2130480" cy="1662120"/>
            </a:xfrm>
            <a:custGeom>
              <a:avLst/>
              <a:gdLst>
                <a:gd name="textAreaLeft" fmla="*/ 0 w 2130480"/>
                <a:gd name="textAreaRight" fmla="*/ 2131200 w 2130480"/>
                <a:gd name="textAreaTop" fmla="*/ 360 h 1662120"/>
                <a:gd name="textAreaBottom" fmla="*/ 1663200 h 1662120"/>
              </a:gdLst>
              <a:ahLst/>
              <a:rect l="textAreaLeft" t="textAreaTop" r="textAreaRight" b="textAreaBottom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16" name="AutoShape 1"/>
          <p:cNvSpPr/>
          <p:nvPr/>
        </p:nvSpPr>
        <p:spPr>
          <a:xfrm>
            <a:off x="5595120" y="2928240"/>
            <a:ext cx="3526200" cy="352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fr-FR" sz="18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6120000" y="590040"/>
            <a:ext cx="5272560" cy="588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37320" y="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Aptos Display"/>
              </a:rPr>
              <a:t>Structure globale du projet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8" descr=""/>
          <p:cNvPicPr/>
          <p:nvPr/>
        </p:nvPicPr>
        <p:blipFill>
          <a:blip r:embed="rId1"/>
          <a:stretch/>
        </p:blipFill>
        <p:spPr>
          <a:xfrm>
            <a:off x="6699600" y="1207800"/>
            <a:ext cx="5276160" cy="4761360"/>
          </a:xfrm>
          <a:prstGeom prst="rect">
            <a:avLst/>
          </a:prstGeom>
          <a:ln w="0">
            <a:noFill/>
          </a:ln>
        </p:spPr>
      </p:pic>
      <p:pic>
        <p:nvPicPr>
          <p:cNvPr id="120" name="Image 6" descr=""/>
          <p:cNvPicPr/>
          <p:nvPr/>
        </p:nvPicPr>
        <p:blipFill>
          <a:blip r:embed="rId2"/>
          <a:stretch/>
        </p:blipFill>
        <p:spPr>
          <a:xfrm>
            <a:off x="0" y="2956680"/>
            <a:ext cx="7849800" cy="390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2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123" name="Group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" y="52920"/>
            <a:ext cx="6092640" cy="6804360"/>
            <a:chOff x="1800" y="52920"/>
            <a:chExt cx="6092640" cy="6804360"/>
          </a:xfrm>
        </p:grpSpPr>
        <p:sp>
          <p:nvSpPr>
            <p:cNvPr id="124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25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26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04600" y="3121560"/>
            <a:ext cx="3657240" cy="178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chemeClr val="dk2"/>
                </a:solidFill>
                <a:latin typeface="Aptos Display"/>
              </a:rPr>
              <a:t>Ancien diagramme de gantt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6120000" y="766800"/>
            <a:ext cx="6143400" cy="571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131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" y="52920"/>
            <a:ext cx="6092640" cy="6804360"/>
            <a:chOff x="1800" y="52920"/>
            <a:chExt cx="6092640" cy="6804360"/>
          </a:xfrm>
        </p:grpSpPr>
        <p:sp>
          <p:nvSpPr>
            <p:cNvPr id="132" name="Freeform: Shap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33" name="Freeform: Shap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34" name="Freeform: Shape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04600" y="3121560"/>
            <a:ext cx="3657240" cy="178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chemeClr val="dk2"/>
                </a:solidFill>
                <a:latin typeface="Aptos Display"/>
              </a:rPr>
              <a:t>Gestion du temps et des tâches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Image 1" descr=""/>
          <p:cNvPicPr/>
          <p:nvPr/>
        </p:nvPicPr>
        <p:blipFill>
          <a:blip r:embed="rId1"/>
          <a:stretch/>
        </p:blipFill>
        <p:spPr>
          <a:xfrm>
            <a:off x="6380280" y="743760"/>
            <a:ext cx="5026680" cy="53618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8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139" name="Group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" y="52920"/>
            <a:ext cx="6092640" cy="6804360"/>
            <a:chOff x="1800" y="52920"/>
            <a:chExt cx="6092640" cy="6804360"/>
          </a:xfrm>
        </p:grpSpPr>
        <p:sp>
          <p:nvSpPr>
            <p:cNvPr id="140" name="Freeform: Shap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41" name="Freeform: Shap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42" name="Freeform: Shap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20000" y="3600000"/>
            <a:ext cx="3875400" cy="178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2"/>
                </a:solidFill>
                <a:latin typeface="Aptos Display"/>
              </a:rPr>
              <a:t>Fonctionnalité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5"/>
          <p:cNvSpPr txBox="1"/>
          <p:nvPr/>
        </p:nvSpPr>
        <p:spPr>
          <a:xfrm>
            <a:off x="6480000" y="360000"/>
            <a:ext cx="5220000" cy="612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100"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Achat/Vente d’une quantité entrée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Achat/Vente de tout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Achat/Vente en fraction pour les crypto et obligation, et en entier pour les actions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Sauvegarde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Événements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Mouvement brownien pour les variations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Différents types d’actifs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Différents comportements d’actifs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2"/>
                </a:solidFill>
                <a:latin typeface="Aptos Display"/>
              </a:rPr>
              <a:t>- Prélèvements hebdomadaires </a:t>
            </a:r>
            <a:br>
              <a:rPr sz="2600"/>
            </a:b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46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160" cy="685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ptos"/>
            </a:endParaRPr>
          </a:p>
        </p:txBody>
      </p:sp>
      <p:grpSp>
        <p:nvGrpSpPr>
          <p:cNvPr id="147" name="Group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" y="52920"/>
            <a:ext cx="6092640" cy="6804360"/>
            <a:chOff x="1800" y="52920"/>
            <a:chExt cx="6092640" cy="6804360"/>
          </a:xfrm>
        </p:grpSpPr>
        <p:sp>
          <p:nvSpPr>
            <p:cNvPr id="148" name="Freeform: Shap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49" name="Freeform: Shap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50" name="Freeform: Shap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800" y="52920"/>
              <a:ext cx="6092640" cy="6804360"/>
            </a:xfrm>
            <a:custGeom>
              <a:avLst/>
              <a:gdLst>
                <a:gd name="textAreaLeft" fmla="*/ -360 w 6092640"/>
                <a:gd name="textAreaRight" fmla="*/ 6093000 w 6092640"/>
                <a:gd name="textAreaTop" fmla="*/ 0 h 6804360"/>
                <a:gd name="textAreaBottom" fmla="*/ 6805080 h 6804360"/>
              </a:gdLst>
              <a:ahLst/>
              <a:rect l="textAreaLeft" t="textAreaTop" r="textAreaRight" b="textAreaBottom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rotWithShape="0">
              <a:gsLst>
                <a:gs pos="2000">
                  <a:srgbClr val="ffffff">
                    <a:alpha val="10000"/>
                  </a:srgbClr>
                </a:gs>
                <a:gs pos="16000">
                  <a:srgbClr val="4ea72e">
                    <a:alpha val="10000"/>
                  </a:srgbClr>
                </a:gs>
                <a:gs pos="85000">
                  <a:srgbClr val="156082">
                    <a:alpha val="1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fr-FR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04600" y="3121560"/>
            <a:ext cx="4055400" cy="178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chemeClr val="dk2"/>
                </a:solidFill>
                <a:latin typeface="Aptos Display"/>
              </a:rPr>
              <a:t>Démonstration du jeu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Graphic 6" descr="Game controller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379200" y="910440"/>
            <a:ext cx="5028480" cy="50284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LibreOffice/24.2.5.2$Windows_X86_64 LibreOffice_project/bffef4ea93e59bebbeaf7f431bb02b1a39ee8a59</Application>
  <AppVersion>15.0000</AppVersion>
  <Words>37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2026-04-26T12:35:29Z</dcterms:created>
  <dc:creator>Degremont Thomas</dc:creator>
  <dc:description/>
  <dc:language>fr-FR</dc:language>
  <cp:lastModifiedBy/>
  <dcterms:modified xsi:type="dcterms:W3CDTF">2026-04-28T11:49:37Z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Grand écran</vt:lpwstr>
  </property>
  <property fmtid="{D5CDD505-2E9C-101B-9397-08002B2CF9AE}" pid="4" name="Slides">
    <vt:i4>5</vt:i4>
  </property>
</Properties>
</file>